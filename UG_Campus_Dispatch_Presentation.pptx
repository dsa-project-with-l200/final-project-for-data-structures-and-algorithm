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10362895" cy="4663440"/>
          </a:xfrm>
          <a:prstGeom prst="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GHANA SMART SERVICE OPERATIONS OPTIMIZER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UG Campus Dispatch &amp; Optimization System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 Dynamic Priority Dispatch Engine &amp; Google Maps Dijkstra Shortest Path Navigation System Built for the University of Ghana (Legon) Campus Network.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Department of Computer Science — Data Structures &amp; Algorithms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UNIVERSITY OF GHANA (LEGON) — DSA FINAL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Campus Mobility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EF4444"/>
                </a:solidFill>
              </a:defRPr>
            </a:pPr>
            <a:r>
              <a:t>🚨 Key Bottlenecks at UG Legon Campus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Medical Emergency Risks: Sudden health crises at Night Market or Noguchi require instant ICU ambulance dispatch.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Mobility &amp; Disability Challenges: Wheelchair students at Volta Hall or Hilla Limann Hall require priority accessible ramp vans.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Inefficient FIFO Queues: Standard First-In-First-Out queues ignore urgency and create long wait time frustration.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⚡ Our DSA Algorithmic Solution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Dynamic Priority Score Engine: Weighted category, urgency, disability accessibility, and wait time priority aging.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Dijkstra Shortest Path Routing: Computes exact Google Maps optimal route across 50 campus nodes and 100 road edges.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Custom Data Structure Suite: 18 custom-built zero-collection data structures powering real-time dispatching.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UNIVERSITY OF GHANA (LEGON) — DSA FINAL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Database Model: Object-Relational Subtype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SQLite Persistence Schema (campus_dispatch.db)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➔ Parent Entity Table: 'users' (userId PK, fullName, userType, email, phone, homeLocationId, hasDisability)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➔ Subtype Extension 'students': (studentId PK, userId FK -&gt; users.userId, indexNumber, hallOfResidence, department)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➔ Subtype Extension 'guests': (guestId PK, userId FK -&gt; users.userId, passCode, visitingDepartment, hostPersonName)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➔ Subtype Extension 'drivers': (driverId PK, userId FK -&gt; users.userId, licenseNumber, vehiclePlate, vehicleType, capacity, availabilityStatus)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➔ Graph Tables: 'locations' (50 GPS campus nodes), 'roads' (100 Haversine calibrated road edges)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➔ Operational Datasets: 'service_requests' (300 requests), 'resources' (30 fleet vehicles), 'audit_events'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UNIVERSITY OF GHANA (LEGON) — DSA FINAL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Custom Zero-Collection Data Structure 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521208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Asymptotic Complexity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Dispatch System Functionality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CustomMaxHeap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O(log N) Push / Extract-Max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Main priority queue ordering pending requests by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CustomCircularQueue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O(1) Enqueue / Dequeue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Rotates available driver fleet fairly for allocation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CustomDeque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O(1) Front Insertion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Emergency medical preemption (bypasses regular queue)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CustomStack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O(1) LIFO Push / Pop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Dispatch rollback and undo functionality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CustomHashTable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O(1) Avg Lookup / Insert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Fast indexing of requests, drivers, and locations by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CustomDisjointSet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O(alpha(N)) Union-Find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Kruskal's algorithm for minimum spanning tree maintenance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UNIVERSITY OF GHANA (LEGON) — DSA FINAL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Priority Score Formula &amp; Dijkstra Routing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59E0B"/>
                </a:solidFill>
              </a:defRPr>
            </a:pPr>
            <a:r>
              <a:t>1. Priority Calculation Formula P(R)</a:t>
            </a:r>
          </a:p>
          <a:p>
            <a:pPr>
              <a:spcAft>
                <a:spcPts val="1400"/>
              </a:spcAft>
              <a:defRPr sz="1500" b="1">
                <a:solidFill>
                  <a:srgbClr val="38BDF8"/>
                </a:solidFill>
              </a:defRPr>
            </a:pPr>
            <a:r>
              <a:t>P(R) = (CategoryWeight x BaseWeight) + UrgencyValue + (WaitTime x 15) + HospitalBonus + DisabilityBonus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Category Weights: Emergency Medical (50), Student Mobility (30), Staff Transport (20), Event Logistics (15)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Wait Time Priority Aging: Adds +15 pts per minute of waiting time to dynamically prevent request starvation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Wheelchair Disability Bonus: Adds +150 pts for mobility support; Hospital Destination Bonus adds +250 pts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2. Dijkstra Shortest Path Engine O((V + E) log V)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Computes exact optimal turn-by-turn road paths across 50 location nodes using real Haversine Google Maps distances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UNIVERSITY OF GHANA (LEGON) — DSA FINAL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Empirical Algorithm Performance Benchmark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1133856"/>
                <a:gridCol w="1133856"/>
                <a:gridCol w="1133856"/>
                <a:gridCol w="1133856"/>
                <a:gridCol w="1133856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Algorithm Name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N = 10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N = 50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N = 100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N = 500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N = 1000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Dijkstra Shortest Path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O((V+E) log V)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0.12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0.45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1.10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5.80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12.40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BFS Reachability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0.22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0.48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2.10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4.30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QuickSort Priority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0.18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0.35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1.65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3.80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Max-Heap Push / Pop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0.03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0.09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0.15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0.72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1.45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Binary Search Indexing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0.03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0.04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0.05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UNIVERSITY OF GHANA (LEGON) — DSA FINAL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Defense Presentation Demo Walkthrough (5 Steps)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0284C7"/>
                </a:solidFill>
              </a:defRPr>
            </a:pPr>
            <a:r>
              <a:t>⚡ Presentation Demo Sequence for Faculty Evaluation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Step 1: Open Priority Dispatch Engine Tab -&gt; Point out Enqueued Requests, Driver Queue, and Emergency Deque KPIs.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Step 2: Click '⚡ Run Presentation Demo' -&gt; Show critical medical emergency for Prof. Abena Mensah inserted into Deque Front.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Step 3: Click 'Dispatch Highest Priority' -&gt; Show extraction of root item and linking to Driver Yaw (Ambulance #01).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Step 4: Click '🗺️ View Realtime Navigation' -&gt; Show Leaflet Google Maps modal, glowing green route polyline, and live driver movement animation.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Step 5: Click '⏳ Age Wait Times (+5m)' -&gt; Demonstrate wait time priority score aging (+75 pts) and instant re-heapification.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UNIVERSITY OF GHANA (LEGON) — DSA FINAL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10B981"/>
                </a:solidFill>
              </a:defRPr>
            </a:pPr>
            <a:r>
              <a:t>🎓 UG Campus Dispatch Project Achievements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✓ 100% Academic Compliance: Zero standard java.util collections; all 18 data structures built from scratch.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✓ Object-Relational Persistence: Structured parent 'users' table with 'students', 'guests', and 'drivers' subtype tables.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✓ Real-World Map Calibration: 50 campus locations and 100 road edges calibrated with real Haversine GPS distances.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✓ Empirical Efficiency: High performance at N = 1000 (Max-Heap 1.45ms, Dijkstra 12.4ms).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✓ Interactive Web Demonstrator: Built with React, Vite, Leaflet, and Google Maps tile engine for seamless defense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